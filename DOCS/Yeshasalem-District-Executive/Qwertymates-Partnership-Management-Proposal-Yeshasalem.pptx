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242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1" descr="C:\Users\Dell\.cursor\projects\morongwa\frontend\public\qwertymate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70451"/>
            <a:ext cx="3108960" cy="7097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Management Proposal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0292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Yeshasalem District Executive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589520" y="4709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community-driven digital ecosystem for jobs, youth empowerment, and ownership.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jobs and eradicate poverty through accessible digital tools.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youth and local entrepreneurs to start and grow businesses.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financial independence through technology — including community-owned financial infrastructure.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community knowledge, culture, and data sovereignty.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Community Economy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is designed to create jobs, empower youth, and build sustainable businesses.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partnering with the Youth Development Team and District Executive Committee, we integrate existing empowerment initiatives with live platforms.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one-off app — it is a connected community economy: commerce, payments, media, messaging, micro-jobs, and AI support.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real opportunities that stay owned by our people — shops, content, skills, and financial pathways.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 of poverty, ensuring that Thau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Thau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Haramanuba’s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teachings are widely spread, and preserve them for future generations through data sovereignty.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Ecosystem Overview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QwertyHub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 marketplace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51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ACBPAYWallet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517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agents &amp; payweb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QwertyTV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&amp; teaching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49440" y="11887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QwertyMusic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ownership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27432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AskMacGyver AI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 data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560320" y="27432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5176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Morongwa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65176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video, groups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27432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Errands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463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Micro-jobs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49440" y="27432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408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MyStore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4088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storefronts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QwertyHub — Default Marketplace for Essentials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Multi-function marketplace: essentials, food/restaurants, groceries, and Errands delivery.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marketplace for essentials — suppliers and manufacturers list products; users can resell them.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restaurant ordering, integrated with Errands for collection or delivery.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 option: customers order from participating stores.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MyStore storefronts as people begin reselling — focus on selling, not warehouses.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instant entrepreneurship and poverty eradication pathways for youth and households.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ACBPAYWallet — Our Banking Vision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101’s vision to build our own bank for community financial independence.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and receive cash securely across the ecosystem.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and hawkers can act as cash agents — local liquidity and inclusion.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a payweb for online payments for businesses and customers.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marketplace, errands, and platform settlements in one wallet layer.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own-bank infrastructure so communities are not dependent on external systems alone.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have to stop dependance from American and Europeans platforms that are not in line with the teachings of our father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QwertyTV — Video Empowerment &amp; Teaching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monetize content; communities protect knowledge and teachings of ThauThau Haramanuba.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video creators to publish, monetize, and retain ownership of their content.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local filmmakers, educators, and community leaders to share knowledge and earn.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sovereignty: community content and teaching materials stay under our own control, we build our own data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that we can stop relying on American data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teaching platform for ThauThau Haramanuba — culture, values, and education on our own rails.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local knowledge and creativity generate income and strengthen identity.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QwertyMusic — Artist Ownership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retain full ownership of their music and related data.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ensures fair earnings — not extraction by middlemen.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Stream, buy, download; artists, publishers, and labels can upload and monetize directly.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musicians thrive without exploitation; culture stays owned at home.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AskMacGyver AI — Productivity &amp; Data Protection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communities — and a path to owning our own data centres.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for problem-solving, automation, and everyday productivity.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students, entrepreneurs, small businesses, and district programmes streamline work.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across QwertyHub, wallet, media, and errands — one copilot for the ecosystem.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goal: build our own data centres so community data is protected and held under our control.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much data sits in centres we do not own — this partnership is a step toward data independence.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also employ Software engineers, Data engineers which will be great employment opportunities.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Morongwa Messenger — Connected Communities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calls, video calls, group chats, and file sharing in one place.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families, businesses, youth teams, and district programmes connected.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order, delivery, and errand conversations without leaving the ecosystem.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affordable, reliable communication for business, education, and family support.</a:t>
            </a: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Errands — Micro-Jobs Platform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register tasks; errand runners browse and complete them.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securely until completion — fair, transparent payment release.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immediate micro-job opportunities for youth and unemployed members.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everyday community needs become income streams.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Creation Potential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this partnership, Qwertymates will generate roles across the district economy.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shop owners via QwertyHub (no stock needed).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agents &amp; errand runners for groceries, restaurants, and errands.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developers &amp; designers to maintain and expand the ecosystem.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coordinators to integrate youth and district projects.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agents to assist merchants and buyers.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officers &amp; compliance managers to support ACBPAYWallet’s banking vision.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creators &amp; artists empowered through QwertyTV and QwertyMusic.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Impact Model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sustainability that funds youth programmes, bursaries, and community ownership.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3258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1417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" y="1737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shops &amp; services on QwertyHub, QwertyTV, Messenger — sales &amp; media jobs for youth.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3258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0128" y="1417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10128" y="1737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2–5% marketplace fees (groceries, clothing, restaurants) — funds bursaries &amp; training.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13258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1417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fees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90488" y="1737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ACBPAYWallet micro-fees (R1–R3) on transfers — liquidity agents &amp; community finance.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monthly projection (example volumes)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99232"/>
          <a:ext cx="8412480" cy="1036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6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6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/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6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6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Advertising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local businesses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R1,000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R200 · 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fees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transfers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/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potential ≈ R150,000 / month → reinvested into youth programmes, Tau Skills Academy, bursaries &amp; community-owned infrastructure.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6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 — Project Management Committee (PMC)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the Youth Development Team and District Executive Committee.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oversees rollout, aligns Qwertymates with community projects, and ensures accountability.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may be registered as directors — formal governance roles in Qwertymates’ expansion.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Qwertymates and local initiatives — community ownership of the future.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empowerment programmes: Tau Skills Academy, bursary schemes, and district projects.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team has perused and is satisfied, forward as a formal request for approval at the mountain.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Call to Action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is not just a platform — it is a community economy builder.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we will: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jobs and support entrepreneurs.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youth and integrate district programmes.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financial independence and data sovereignty.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ownership of our future — shops, art, knowledge, and infrastructure.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also available on all major </a:t>
            </a:r>
            <a:r>
              <a:rPr lang="en-US" sz="16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stores.</a:t>
            </a:r>
            <a:endParaRPr lang="en-US" sz="16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EF7FF"/>
          </a:solidFill>
          <a:ln w="19050">
            <a:solidFill>
              <a:srgbClr val="1F6D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invite Yeshasalem District Executive, to join the Project Management Committee and head this </a:t>
            </a:r>
            <a:r>
              <a:rPr lang="en-US" sz="130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platfom</a:t>
            </a: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(Pty) Ltd  ·  Confidential partnership proposal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0" y="4828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1390</Words>
  <Application>Microsoft Office PowerPoint</Application>
  <PresentationFormat>On-screen Show (16:9)</PresentationFormat>
  <Paragraphs>171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Qwertymates Partnership &amp; Management Proposal — Yeshasalem District Executive</dc:title>
  <dc:subject>Partnership, PMC formation, job creation</dc:subject>
  <dc:creator>Ariel, Founder &amp; CEO — Qwertymates (Pty) Ltd</dc:creator>
  <cp:lastModifiedBy>Ariel Madisha</cp:lastModifiedBy>
  <cp:revision>3</cp:revision>
  <dcterms:created xsi:type="dcterms:W3CDTF">2026-08-12T00:01:11Z</dcterms:created>
  <dcterms:modified xsi:type="dcterms:W3CDTF">2026-08-14T10:15:50Z</dcterms:modified>
</cp:coreProperties>
</file>